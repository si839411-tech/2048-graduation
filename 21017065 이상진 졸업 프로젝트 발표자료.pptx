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80960-FB73-4AA9-A654-F81F876CB311}" v="126" dt="2026-04-05T01:59:37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졸업 프로젝트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343181" y="544736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21017065 이상진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49029-308B-C59B-AF9F-A8E33ECA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667"/>
            <a:ext cx="10515600" cy="1325563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목차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24D98-C6A7-EA65-B25B-5374BCF86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>
                <a:ea typeface="맑은 고딕"/>
              </a:rPr>
              <a:t>1.프로젝트 주제</a:t>
            </a:r>
            <a:endParaRPr lang="ko-KR" altLang="en-US" dirty="0">
              <a:ea typeface="맑은 고딕"/>
            </a:endParaRPr>
          </a:p>
          <a:p>
            <a:pPr marL="0" indent="0">
              <a:buNone/>
            </a:pPr>
            <a:r>
              <a:rPr lang="ko-KR" altLang="en-US">
                <a:ea typeface="맑은 고딕"/>
              </a:rPr>
              <a:t>2.제작 방안</a:t>
            </a:r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6018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89413-90E2-E023-8B67-E47E6E53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826" y="310041"/>
            <a:ext cx="5860974" cy="6329056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       </a:t>
            </a: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       프로젝트 주제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 </a:t>
            </a: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     2048 게임</a:t>
            </a: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    </a:t>
            </a: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br>
              <a:rPr lang="ko-KR" altLang="en-US" dirty="0">
                <a:ea typeface="맑은 고딕"/>
              </a:rPr>
            </a:br>
            <a:endParaRPr lang="ko-KR" altLang="en-US"/>
          </a:p>
        </p:txBody>
      </p:sp>
      <p:pic>
        <p:nvPicPr>
          <p:cNvPr id="4" name="내용 개체 틀 3" descr="사각형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1A4B7E-514B-0267-C887-9E05590DA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51" y="493110"/>
            <a:ext cx="5630077" cy="569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4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상징, 로고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6E20A4-C9BD-0209-CCD4-64BD9C417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1730" y="1575747"/>
            <a:ext cx="4428780" cy="4428780"/>
          </a:xfrm>
          <a:prstGeom prst="rect">
            <a:avLst/>
          </a:prstGeom>
        </p:spPr>
      </p:pic>
      <p:pic>
        <p:nvPicPr>
          <p:cNvPr id="5" name="그림 4" descr="일렉트릭 블루, 상징, 직사각형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348AFB-C5BD-775C-6788-7D3ED07EA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27" y="1861678"/>
            <a:ext cx="4181245" cy="4144522"/>
          </a:xfrm>
          <a:prstGeom prst="rect">
            <a:avLst/>
          </a:prstGeom>
        </p:spPr>
      </p:pic>
      <p:pic>
        <p:nvPicPr>
          <p:cNvPr id="6" name="그림 5" descr="로고, 노랑, 텍스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31CB70-36CC-956F-13DD-BD5B7CC72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72" y="5152796"/>
            <a:ext cx="838774" cy="839807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D16DC082-2C78-C947-9AAC-E61EA93B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594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졸업 프로젝트</vt:lpstr>
      <vt:lpstr>목차</vt:lpstr>
      <vt:lpstr>                     프로젝트 주제              2048 게임             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created xsi:type="dcterms:W3CDTF">2026-04-04T11:05:05Z</dcterms:created>
  <dcterms:modified xsi:type="dcterms:W3CDTF">2026-04-05T02:00:03Z</dcterms:modified>
</cp:coreProperties>
</file>